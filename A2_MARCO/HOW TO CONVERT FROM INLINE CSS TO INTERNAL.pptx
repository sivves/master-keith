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78" y="-9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0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1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2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03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37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7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5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4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2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7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F7F05-82C2-4E96-8A83-DDFF8212FC71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77FEC-7E96-4719-93E6-A64387F0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5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CONVERT FROM INLINE CSS TO INTERNAL CSS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29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STEP 1: Check which tags have INLINE CSS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5313" y="1047750"/>
            <a:ext cx="2728687" cy="379095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tags with inline CSS are body, h1,h2,h3,b,i,u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Check if all instances of these tags have same styles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Note: </a:t>
            </a:r>
            <a:r>
              <a:rPr lang="en-US" dirty="0" err="1" smtClean="0"/>
              <a:t>b,i,u</a:t>
            </a:r>
            <a:r>
              <a:rPr lang="en-US" dirty="0" smtClean="0"/>
              <a:t> have the same styles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" t="14900" r="26349" b="36508"/>
          <a:stretch/>
        </p:blipFill>
        <p:spPr bwMode="auto">
          <a:xfrm>
            <a:off x="152400" y="1047750"/>
            <a:ext cx="6262913" cy="3581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95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STEP 2: Determine the selectors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5313" y="1047750"/>
            <a:ext cx="2728687" cy="379095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selectors will be the names of tags with inline CSS.</a:t>
            </a:r>
          </a:p>
          <a:p>
            <a:r>
              <a:rPr lang="en-US" dirty="0" smtClean="0"/>
              <a:t>They are body, h1,h2,h3,b,i,u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" t="14900" r="26349" b="36508"/>
          <a:stretch/>
        </p:blipFill>
        <p:spPr bwMode="auto">
          <a:xfrm>
            <a:off x="152400" y="1047750"/>
            <a:ext cx="6262913" cy="3581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31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85725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STEP 3: In the &lt;head&gt; tag, add the &lt;style&gt; tags and selectors</a:t>
            </a:r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" t="15238" r="26667" b="12465"/>
          <a:stretch/>
        </p:blipFill>
        <p:spPr bwMode="auto">
          <a:xfrm>
            <a:off x="256099" y="819150"/>
            <a:ext cx="6601901" cy="4170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959600" y="971550"/>
            <a:ext cx="1955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Note: Since </a:t>
            </a:r>
            <a:r>
              <a:rPr lang="en-US" sz="2800" dirty="0" err="1" smtClean="0"/>
              <a:t>b,i,u</a:t>
            </a:r>
            <a:r>
              <a:rPr lang="en-US" sz="2800" dirty="0" smtClean="0"/>
              <a:t> have the same styles, you can group them.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1367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" t="14900" r="31640" b="16360"/>
          <a:stretch/>
        </p:blipFill>
        <p:spPr bwMode="auto">
          <a:xfrm>
            <a:off x="152400" y="742950"/>
            <a:ext cx="6641126" cy="42662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85725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STEP 4: Transfer the styles to each selector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6781800" y="895350"/>
            <a:ext cx="2286000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300" dirty="0" smtClean="0"/>
              <a:t>Copy the contents of the quotation marks in the inline CSS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 smtClean="0"/>
              <a:t>Paste it inside the selector’s brackets {}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 smtClean="0"/>
              <a:t>Delete the style from  the tag</a:t>
            </a:r>
            <a:endParaRPr lang="en-US" sz="2300" dirty="0"/>
          </a:p>
        </p:txBody>
      </p:sp>
      <p:sp>
        <p:nvSpPr>
          <p:cNvPr id="3" name="Oval 2"/>
          <p:cNvSpPr/>
          <p:nvPr/>
        </p:nvSpPr>
        <p:spPr>
          <a:xfrm>
            <a:off x="1066800" y="3105150"/>
            <a:ext cx="28194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828800" y="1809750"/>
            <a:ext cx="304800" cy="1219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3810000" y="3257550"/>
            <a:ext cx="2971800" cy="685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11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40896"/>
            <a:ext cx="2667000" cy="3886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STEP 5: There should be no more INLINE CSS within the body tags</a:t>
            </a:r>
            <a:endParaRPr lang="en-US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0" r="65185" b="16192"/>
          <a:stretch/>
        </p:blipFill>
        <p:spPr bwMode="auto">
          <a:xfrm>
            <a:off x="3505200" y="24493"/>
            <a:ext cx="5105400" cy="511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723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2551"/>
            <a:ext cx="8229600" cy="324207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The output should still be the same.</a:t>
            </a:r>
          </a:p>
          <a:p>
            <a:pPr marL="0" indent="0" algn="ctr">
              <a:buNone/>
            </a:pPr>
            <a:r>
              <a:rPr lang="en-US" dirty="0" smtClean="0"/>
              <a:t>DONE.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5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156</Words>
  <Application>Microsoft Office PowerPoint</Application>
  <PresentationFormat>On-screen Show (16:9)</PresentationFormat>
  <Paragraphs>17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HOW TO CONVERT FROM INLINE CSS TO INTERNAL CSS</vt:lpstr>
      <vt:lpstr>STEP 1: Check which tags have INLINE CSS</vt:lpstr>
      <vt:lpstr>STEP 2: Determine the selectors</vt:lpstr>
      <vt:lpstr>STEP 3: In the &lt;head&gt; tag, add the &lt;style&gt; tags and selectors</vt:lpstr>
      <vt:lpstr>STEP 4: Transfer the styles to each selector</vt:lpstr>
      <vt:lpstr>STEP 5: There should be no more INLINE CSS within the body tags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CONVERT FROM INLINE CSS TO INTERNAL CSS</dc:title>
  <dc:creator>Mikhaila Stephany Adalem Veruasa</dc:creator>
  <cp:lastModifiedBy>Mikhaila Stephany Adalem Veruasa</cp:lastModifiedBy>
  <cp:revision>2</cp:revision>
  <dcterms:created xsi:type="dcterms:W3CDTF">2018-08-29T02:47:00Z</dcterms:created>
  <dcterms:modified xsi:type="dcterms:W3CDTF">2018-08-29T03:05:11Z</dcterms:modified>
</cp:coreProperties>
</file>